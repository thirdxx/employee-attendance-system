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B76D-C16C-98D2-1814-CA6BBF8DF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A0BBC-FAB2-F5AA-18CE-57600C4AB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9D460-669C-1010-F2F4-7EDC863C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59392-9D3C-6C3F-1B9A-B3FA9F5E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73BA-FE66-2B96-11ED-3BE27424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935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6F25-6F54-4856-4407-91D913E4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508E-CB2B-E5A1-3240-5C7BBF7C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C6DBF-3D85-B7B6-8032-599F2639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19D21-C8F6-97E7-4B9B-DF9140B3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65585-EF95-C063-0A7F-A17DD6B9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061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BE72-FEFC-6CC3-FE18-D1D79E7F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FA279-167B-4062-7BED-86AC988F3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A187C-C6CE-1047-804A-94AC13F0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91DA3-48CF-53F1-D53E-A62E9B3E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864B3-6CE6-753E-05CC-F1D390FB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202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958F-93A4-E236-642C-53DD7DF7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3F52-7774-4110-7072-C21797A98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0B652-5BDB-6A5C-87AA-AE4B5A09F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98F2C-CEE2-FECB-81E6-C5F1004A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B59A2-041B-46C1-6DB0-5E61A43C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176F2-2311-54B0-4962-CC63E22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183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5F5C-B8C3-EFCB-2081-913750F7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0A9E6-D5FA-2B5D-8D72-925C12958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6A4D8-E20D-3DDF-38BD-AB1BE8E07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F9495-53F4-BEEC-9259-DBB9862CF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63753-6CF1-3936-A1A1-1622CC7BB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80357-09A2-7299-6110-93F85B60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53643-FBAF-0EDE-7175-DCB0148B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0750D-D003-7763-628B-F5D0A660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6643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2B06-C5E4-6C4F-FD04-85013C97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AF96D-4C8E-5535-5FD2-9CA9F7D2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13B77-D75C-3F74-F965-9BC20BB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AE520-0869-97C6-D0F7-B1420C6F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27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7191E-5AA2-155A-4ECD-A3883CC8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9FA1E-14FA-975F-5E23-5589C4EE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ACD40-B854-A76D-9B78-CEC8580E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837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7760-0980-6482-2D9D-B2773727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857-7E74-187A-8DF2-EB43955C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DACD8-8720-E567-60C4-BA76C7F07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DDADB-1F70-AA9F-75A8-4F69A167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1724A-DBF0-4062-6309-90C13869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2389D-9AA3-7725-4B35-AFF501DD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60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5B74-1DE2-5536-F768-B09630AC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1F33C-D2AE-605B-2E57-16C0A36D8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357B8-0A33-CD12-2498-7E5C10C4B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3D302-73EE-2B3B-7131-49EE05FF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9F9C5-A148-D38F-FB17-AC9B4CE7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BD3EA-D328-A0AC-4063-0D7EA834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493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4864-299D-7AAB-A5C5-E489AF01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07985-51C1-FDE0-EDDD-EFAFB6DC0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D0034-5BFA-146D-87FD-9FD9EE86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C61AF-2C17-F46E-F9FE-0EB6126D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4A68-F656-AAC7-F59F-0C64E2C6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507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7E91F-DDC9-051D-4F2B-234F9F5D2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0CC85-E62A-3887-7E1A-BFF24B546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EAF53-020E-C897-C143-0D7C940F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AA4C1-9E72-4E4F-06F1-07BD25EE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1AB4-198B-4840-17A1-0431E1EB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640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FFDFF3-8C9D-DB3A-2876-FBCC78ACD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4F87C-0BAE-EC24-EFF6-D5C22465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6BFC9-3898-72A7-1F6F-7376867D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88A35-3839-495D-80BC-F5D9116FA5FB}" type="datetimeFigureOut">
              <a:rPr lang="en-PH" smtClean="0"/>
              <a:t>24/11/2023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9CE24-1316-C900-EF9C-822B4D8E8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FE605-F892-0546-C737-A407D674C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4B0AD-1ED0-4166-A812-431FE233D0A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570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18B7255-9F05-7350-5C1B-B8AB3862D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A352A66-FD0C-BD2A-1F0E-FF2B6148E4F1}"/>
              </a:ext>
            </a:extLst>
          </p:cNvPr>
          <p:cNvGrpSpPr/>
          <p:nvPr/>
        </p:nvGrpSpPr>
        <p:grpSpPr>
          <a:xfrm>
            <a:off x="3360173" y="1755058"/>
            <a:ext cx="5471652" cy="3347884"/>
            <a:chOff x="3392129" y="1283110"/>
            <a:chExt cx="5471652" cy="33478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6249C9-8422-DFFE-79E4-40F384EA492D}"/>
                </a:ext>
              </a:extLst>
            </p:cNvPr>
            <p:cNvSpPr/>
            <p:nvPr/>
          </p:nvSpPr>
          <p:spPr>
            <a:xfrm>
              <a:off x="3392129" y="1283110"/>
              <a:ext cx="5471652" cy="3347884"/>
            </a:xfrm>
            <a:prstGeom prst="roundRect">
              <a:avLst>
                <a:gd name="adj" fmla="val 1196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9AB2D1-3208-6135-0D96-1401E793C711}"/>
                </a:ext>
              </a:extLst>
            </p:cNvPr>
            <p:cNvSpPr txBox="1"/>
            <p:nvPr/>
          </p:nvSpPr>
          <p:spPr>
            <a:xfrm>
              <a:off x="3950109" y="1477419"/>
              <a:ext cx="42917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32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 Login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802D29-0DB5-A0D2-C15C-69E5BEBD6334}"/>
                </a:ext>
              </a:extLst>
            </p:cNvPr>
            <p:cNvSpPr/>
            <p:nvPr/>
          </p:nvSpPr>
          <p:spPr>
            <a:xfrm>
              <a:off x="3950109" y="2448232"/>
              <a:ext cx="4291780" cy="452040"/>
            </a:xfrm>
            <a:prstGeom prst="roundRect">
              <a:avLst>
                <a:gd name="adj" fmla="val 3042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PH" sz="16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 ID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B2A643E-61F7-913A-007B-8C5CD03413CB}"/>
                </a:ext>
              </a:extLst>
            </p:cNvPr>
            <p:cNvSpPr/>
            <p:nvPr/>
          </p:nvSpPr>
          <p:spPr>
            <a:xfrm>
              <a:off x="3982064" y="3073931"/>
              <a:ext cx="4291780" cy="452040"/>
            </a:xfrm>
            <a:prstGeom prst="roundRect">
              <a:avLst>
                <a:gd name="adj" fmla="val 3042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PH" sz="16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Password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68CFB7-9C30-F8C9-6060-4443BA19F679}"/>
                </a:ext>
              </a:extLst>
            </p:cNvPr>
            <p:cNvSpPr/>
            <p:nvPr/>
          </p:nvSpPr>
          <p:spPr>
            <a:xfrm>
              <a:off x="5434780" y="3699631"/>
              <a:ext cx="1386349" cy="452040"/>
            </a:xfrm>
            <a:prstGeom prst="roundRect">
              <a:avLst>
                <a:gd name="adj" fmla="val 4021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Login</a:t>
              </a:r>
              <a:endParaRPr lang="en-PH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91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5C667F5-BE4D-DDD3-19BB-15CA2A74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855AFE-59A6-1781-A612-63378AFE9C4C}"/>
              </a:ext>
            </a:extLst>
          </p:cNvPr>
          <p:cNvSpPr/>
          <p:nvPr/>
        </p:nvSpPr>
        <p:spPr>
          <a:xfrm>
            <a:off x="6208849" y="4068455"/>
            <a:ext cx="2466461" cy="9451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798C17-E81F-25CD-FC12-000CD1863784}"/>
              </a:ext>
            </a:extLst>
          </p:cNvPr>
          <p:cNvGrpSpPr/>
          <p:nvPr/>
        </p:nvGrpSpPr>
        <p:grpSpPr>
          <a:xfrm>
            <a:off x="1039146" y="1414998"/>
            <a:ext cx="4668480" cy="1946788"/>
            <a:chOff x="552449" y="780899"/>
            <a:chExt cx="4668480" cy="194678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874C008-62BE-8408-2B9F-6E0821486087}"/>
                </a:ext>
              </a:extLst>
            </p:cNvPr>
            <p:cNvSpPr/>
            <p:nvPr/>
          </p:nvSpPr>
          <p:spPr>
            <a:xfrm>
              <a:off x="552449" y="780899"/>
              <a:ext cx="4668480" cy="1946788"/>
            </a:xfrm>
            <a:prstGeom prst="roundRect">
              <a:avLst/>
            </a:prstGeom>
            <a:gradFill flip="none" rotWithShape="1">
              <a:gsLst>
                <a:gs pos="0">
                  <a:schemeClr val="accent6">
                    <a:lumMod val="50000"/>
                    <a:shade val="30000"/>
                    <a:satMod val="115000"/>
                  </a:schemeClr>
                </a:gs>
                <a:gs pos="50000">
                  <a:schemeClr val="accent6">
                    <a:lumMod val="50000"/>
                    <a:shade val="67500"/>
                    <a:satMod val="115000"/>
                  </a:schemeClr>
                </a:gs>
                <a:gs pos="100000">
                  <a:schemeClr val="accent6">
                    <a:lumMod val="5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7EB172-2335-D35D-5C7C-2E2BF0168842}"/>
                </a:ext>
              </a:extLst>
            </p:cNvPr>
            <p:cNvSpPr txBox="1"/>
            <p:nvPr/>
          </p:nvSpPr>
          <p:spPr>
            <a:xfrm>
              <a:off x="800100" y="911466"/>
              <a:ext cx="414061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32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Employee Attendance System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3640E2-C6F8-0E1F-5D63-D519E56E8A6F}"/>
                </a:ext>
              </a:extLst>
            </p:cNvPr>
            <p:cNvSpPr txBox="1"/>
            <p:nvPr/>
          </p:nvSpPr>
          <p:spPr>
            <a:xfrm>
              <a:off x="800100" y="1915641"/>
              <a:ext cx="41406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6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Where minutes managed and success engineered. </a:t>
              </a: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 Model 25" descr="Wall clock">
                <a:extLst>
                  <a:ext uri="{FF2B5EF4-FFF2-40B4-BE49-F238E27FC236}">
                    <a16:creationId xmlns:a16="http://schemas.microsoft.com/office/drawing/2014/main" id="{49F9BE8D-9583-49B1-12C7-5B459B9152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8216260"/>
                  </p:ext>
                </p:extLst>
              </p:nvPr>
            </p:nvGraphicFramePr>
            <p:xfrm>
              <a:off x="7566504" y="1000115"/>
              <a:ext cx="2608100" cy="259413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608100" cy="2594131"/>
                    </a:xfrm>
                    <a:prstGeom prst="rect">
                      <a:avLst/>
                    </a:prstGeom>
                  </am3d:spPr>
                  <am3d:camera>
                    <am3d:pos x="0" y="0" z="6674850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240046" d="1000000"/>
                    <am3d:preTrans dx="5" dy="-17999694" dz="-2114943"/>
                    <am3d:scale>
                      <am3d:sx n="1000000" d="1000000"/>
                      <am3d:sy n="1000000" d="1000000"/>
                      <am3d:sz n="1000000" d="1000000"/>
                    </am3d:scale>
                    <am3d:rot ax="-223710" ay="3476" az="-20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8252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 Model 25" descr="Wall clock">
                <a:extLst>
                  <a:ext uri="{FF2B5EF4-FFF2-40B4-BE49-F238E27FC236}">
                    <a16:creationId xmlns:a16="http://schemas.microsoft.com/office/drawing/2014/main" id="{49F9BE8D-9583-49B1-12C7-5B459B9152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6504" y="1000115"/>
                <a:ext cx="2608100" cy="2594131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608F2C2-DAAB-4A72-D589-0831E6F9FA46}"/>
              </a:ext>
            </a:extLst>
          </p:cNvPr>
          <p:cNvSpPr txBox="1"/>
          <p:nvPr/>
        </p:nvSpPr>
        <p:spPr>
          <a:xfrm>
            <a:off x="7636809" y="3575351"/>
            <a:ext cx="2492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11/21/23 || 5:20 PM</a:t>
            </a:r>
          </a:p>
        </p:txBody>
      </p:sp>
      <p:pic>
        <p:nvPicPr>
          <p:cNvPr id="37" name="Picture 36" descr="A person standing next to a clock&#10;&#10;Description automatically generated">
            <a:extLst>
              <a:ext uri="{FF2B5EF4-FFF2-40B4-BE49-F238E27FC236}">
                <a16:creationId xmlns:a16="http://schemas.microsoft.com/office/drawing/2014/main" id="{8742153C-BAAD-D749-3A79-39D1806B7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83" y="3120037"/>
            <a:ext cx="5353866" cy="331349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31740FC-BEEA-BF0E-0C73-C1B407022E71}"/>
              </a:ext>
            </a:extLst>
          </p:cNvPr>
          <p:cNvSpPr/>
          <p:nvPr/>
        </p:nvSpPr>
        <p:spPr>
          <a:xfrm>
            <a:off x="8870555" y="4068455"/>
            <a:ext cx="2466461" cy="9451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75D2C0-F026-CBC0-5C8B-2087D8638CC9}"/>
              </a:ext>
            </a:extLst>
          </p:cNvPr>
          <p:cNvSpPr/>
          <p:nvPr/>
        </p:nvSpPr>
        <p:spPr>
          <a:xfrm>
            <a:off x="8870554" y="5107276"/>
            <a:ext cx="2466461" cy="105814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FFD81C4-6189-2F18-191C-52CB8BD01B69}"/>
              </a:ext>
            </a:extLst>
          </p:cNvPr>
          <p:cNvSpPr/>
          <p:nvPr/>
        </p:nvSpPr>
        <p:spPr>
          <a:xfrm>
            <a:off x="6208848" y="5111340"/>
            <a:ext cx="2466461" cy="105814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E245D4-B464-96F9-04B9-75C8B66CC650}"/>
              </a:ext>
            </a:extLst>
          </p:cNvPr>
          <p:cNvSpPr txBox="1"/>
          <p:nvPr/>
        </p:nvSpPr>
        <p:spPr>
          <a:xfrm>
            <a:off x="6404094" y="4233231"/>
            <a:ext cx="210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Employee Maintenance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F1198E-156E-34B7-4C97-D0CF4FFD4B00}"/>
              </a:ext>
            </a:extLst>
          </p:cNvPr>
          <p:cNvSpPr txBox="1"/>
          <p:nvPr/>
        </p:nvSpPr>
        <p:spPr>
          <a:xfrm>
            <a:off x="9231290" y="4395122"/>
            <a:ext cx="210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Log-in Report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77BFE-1509-3C97-C747-3C95DD1F902F}"/>
              </a:ext>
            </a:extLst>
          </p:cNvPr>
          <p:cNvSpPr txBox="1"/>
          <p:nvPr/>
        </p:nvSpPr>
        <p:spPr>
          <a:xfrm>
            <a:off x="6389216" y="5178409"/>
            <a:ext cx="210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Daily Attendance Report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592FA4-5DDC-30F6-4FE6-9EA9E0275612}"/>
              </a:ext>
            </a:extLst>
          </p:cNvPr>
          <p:cNvSpPr txBox="1"/>
          <p:nvPr/>
        </p:nvSpPr>
        <p:spPr>
          <a:xfrm>
            <a:off x="9032443" y="5159576"/>
            <a:ext cx="2124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Monthly Attendance Report</a:t>
            </a:r>
          </a:p>
        </p:txBody>
      </p:sp>
    </p:spTree>
    <p:extLst>
      <p:ext uri="{BB962C8B-B14F-4D97-AF65-F5344CB8AC3E}">
        <p14:creationId xmlns:p14="http://schemas.microsoft.com/office/powerpoint/2010/main" val="371991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5C667F5-BE4D-DDD3-19BB-15CA2A74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B9C75AD-ACE1-C184-59C7-5EE03E9FD86C}"/>
              </a:ext>
            </a:extLst>
          </p:cNvPr>
          <p:cNvGrpSpPr/>
          <p:nvPr/>
        </p:nvGrpSpPr>
        <p:grpSpPr>
          <a:xfrm>
            <a:off x="1205169" y="531158"/>
            <a:ext cx="333375" cy="244228"/>
            <a:chOff x="800100" y="98672"/>
            <a:chExt cx="333375" cy="244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CC960F-FCA3-64A2-026F-80FB88E1B320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342900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E3C4299-F56A-FF5D-02E7-29ED42F90816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225725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1EA27E-E6A7-79D5-7B34-3BD8C1AE03FC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98672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855AFE-59A6-1781-A612-63378AFE9C4C}"/>
              </a:ext>
            </a:extLst>
          </p:cNvPr>
          <p:cNvSpPr/>
          <p:nvPr/>
        </p:nvSpPr>
        <p:spPr>
          <a:xfrm>
            <a:off x="1205169" y="1716549"/>
            <a:ext cx="9951477" cy="4610289"/>
          </a:xfrm>
          <a:prstGeom prst="roundRect">
            <a:avLst>
              <a:gd name="adj" fmla="val 259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FFD81C4-6189-2F18-191C-52CB8BD01B69}"/>
              </a:ext>
            </a:extLst>
          </p:cNvPr>
          <p:cNvSpPr/>
          <p:nvPr/>
        </p:nvSpPr>
        <p:spPr>
          <a:xfrm>
            <a:off x="1205170" y="996541"/>
            <a:ext cx="3307836" cy="59295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77BFE-1509-3C97-C747-3C95DD1F902F}"/>
              </a:ext>
            </a:extLst>
          </p:cNvPr>
          <p:cNvSpPr txBox="1"/>
          <p:nvPr/>
        </p:nvSpPr>
        <p:spPr>
          <a:xfrm>
            <a:off x="1371856" y="1123594"/>
            <a:ext cx="36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Daily Attendance Report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3CAEFD-2410-E850-D191-FC63A2557B62}"/>
              </a:ext>
            </a:extLst>
          </p:cNvPr>
          <p:cNvSpPr/>
          <p:nvPr/>
        </p:nvSpPr>
        <p:spPr>
          <a:xfrm>
            <a:off x="8657302" y="1011782"/>
            <a:ext cx="2499343" cy="592956"/>
          </a:xfrm>
          <a:prstGeom prst="roundRect">
            <a:avLst>
              <a:gd name="adj" fmla="val 2264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CB086-98D1-2115-0FF5-E638B0199A37}"/>
              </a:ext>
            </a:extLst>
          </p:cNvPr>
          <p:cNvSpPr txBox="1"/>
          <p:nvPr/>
        </p:nvSpPr>
        <p:spPr>
          <a:xfrm>
            <a:off x="8868352" y="1126933"/>
            <a:ext cx="211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Date: 11/21/2023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C9985-408B-2457-ABDB-B28209D1A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661433"/>
              </p:ext>
            </p:extLst>
          </p:nvPr>
        </p:nvGraphicFramePr>
        <p:xfrm>
          <a:off x="1856199" y="2262935"/>
          <a:ext cx="8649415" cy="33375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42059">
                  <a:extLst>
                    <a:ext uri="{9D8B030D-6E8A-4147-A177-3AD203B41FA5}">
                      <a16:colId xmlns:a16="http://schemas.microsoft.com/office/drawing/2014/main" val="4178584219"/>
                    </a:ext>
                  </a:extLst>
                </a:gridCol>
                <a:gridCol w="1578077">
                  <a:extLst>
                    <a:ext uri="{9D8B030D-6E8A-4147-A177-3AD203B41FA5}">
                      <a16:colId xmlns:a16="http://schemas.microsoft.com/office/drawing/2014/main" val="2137724968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4205192255"/>
                    </a:ext>
                  </a:extLst>
                </a:gridCol>
                <a:gridCol w="1430594">
                  <a:extLst>
                    <a:ext uri="{9D8B030D-6E8A-4147-A177-3AD203B41FA5}">
                      <a16:colId xmlns:a16="http://schemas.microsoft.com/office/drawing/2014/main" val="3140762349"/>
                    </a:ext>
                  </a:extLst>
                </a:gridCol>
                <a:gridCol w="1479601">
                  <a:extLst>
                    <a:ext uri="{9D8B030D-6E8A-4147-A177-3AD203B41FA5}">
                      <a16:colId xmlns:a16="http://schemas.microsoft.com/office/drawing/2014/main" val="2326353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Employee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AM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PM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2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96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57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7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9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62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35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81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95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51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5C667F5-BE4D-DDD3-19BB-15CA2A74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B9C75AD-ACE1-C184-59C7-5EE03E9FD86C}"/>
              </a:ext>
            </a:extLst>
          </p:cNvPr>
          <p:cNvGrpSpPr/>
          <p:nvPr/>
        </p:nvGrpSpPr>
        <p:grpSpPr>
          <a:xfrm>
            <a:off x="1205169" y="531158"/>
            <a:ext cx="333375" cy="244228"/>
            <a:chOff x="800100" y="98672"/>
            <a:chExt cx="333375" cy="244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CC960F-FCA3-64A2-026F-80FB88E1B320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342900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E3C4299-F56A-FF5D-02E7-29ED42F90816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225725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1EA27E-E6A7-79D5-7B34-3BD8C1AE03FC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98672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855AFE-59A6-1781-A612-63378AFE9C4C}"/>
              </a:ext>
            </a:extLst>
          </p:cNvPr>
          <p:cNvSpPr/>
          <p:nvPr/>
        </p:nvSpPr>
        <p:spPr>
          <a:xfrm>
            <a:off x="1205169" y="1716549"/>
            <a:ext cx="9951477" cy="4610289"/>
          </a:xfrm>
          <a:prstGeom prst="roundRect">
            <a:avLst>
              <a:gd name="adj" fmla="val 259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FFD81C4-6189-2F18-191C-52CB8BD01B69}"/>
              </a:ext>
            </a:extLst>
          </p:cNvPr>
          <p:cNvSpPr/>
          <p:nvPr/>
        </p:nvSpPr>
        <p:spPr>
          <a:xfrm>
            <a:off x="1205169" y="996541"/>
            <a:ext cx="3455321" cy="59295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77BFE-1509-3C97-C747-3C95DD1F902F}"/>
              </a:ext>
            </a:extLst>
          </p:cNvPr>
          <p:cNvSpPr txBox="1"/>
          <p:nvPr/>
        </p:nvSpPr>
        <p:spPr>
          <a:xfrm>
            <a:off x="1371856" y="1123594"/>
            <a:ext cx="36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Monthly Attendance Report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3CAEFD-2410-E850-D191-FC63A2557B62}"/>
              </a:ext>
            </a:extLst>
          </p:cNvPr>
          <p:cNvSpPr/>
          <p:nvPr/>
        </p:nvSpPr>
        <p:spPr>
          <a:xfrm>
            <a:off x="7531512" y="1011782"/>
            <a:ext cx="3625134" cy="592956"/>
          </a:xfrm>
          <a:prstGeom prst="roundRect">
            <a:avLst>
              <a:gd name="adj" fmla="val 2264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CB086-98D1-2115-0FF5-E638B0199A37}"/>
              </a:ext>
            </a:extLst>
          </p:cNvPr>
          <p:cNvSpPr txBox="1"/>
          <p:nvPr/>
        </p:nvSpPr>
        <p:spPr>
          <a:xfrm>
            <a:off x="7860891" y="1126933"/>
            <a:ext cx="3125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Month of November 2023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C9985-408B-2457-ABDB-B28209D1A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45417"/>
              </p:ext>
            </p:extLst>
          </p:nvPr>
        </p:nvGraphicFramePr>
        <p:xfrm>
          <a:off x="1856199" y="2713092"/>
          <a:ext cx="8649415" cy="33375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845646">
                  <a:extLst>
                    <a:ext uri="{9D8B030D-6E8A-4147-A177-3AD203B41FA5}">
                      <a16:colId xmlns:a16="http://schemas.microsoft.com/office/drawing/2014/main" val="4178584219"/>
                    </a:ext>
                  </a:extLst>
                </a:gridCol>
                <a:gridCol w="1784555">
                  <a:extLst>
                    <a:ext uri="{9D8B030D-6E8A-4147-A177-3AD203B41FA5}">
                      <a16:colId xmlns:a16="http://schemas.microsoft.com/office/drawing/2014/main" val="2137724968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205192255"/>
                    </a:ext>
                  </a:extLst>
                </a:gridCol>
                <a:gridCol w="1637071">
                  <a:extLst>
                    <a:ext uri="{9D8B030D-6E8A-4147-A177-3AD203B41FA5}">
                      <a16:colId xmlns:a16="http://schemas.microsoft.com/office/drawing/2014/main" val="3140762349"/>
                    </a:ext>
                  </a:extLst>
                </a:gridCol>
                <a:gridCol w="1759820">
                  <a:extLst>
                    <a:ext uri="{9D8B030D-6E8A-4147-A177-3AD203B41FA5}">
                      <a16:colId xmlns:a16="http://schemas.microsoft.com/office/drawing/2014/main" val="2326353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AM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PM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2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96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57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7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9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62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35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81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9588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6794E0-2818-BF56-F64A-9D3E83E21BC6}"/>
              </a:ext>
            </a:extLst>
          </p:cNvPr>
          <p:cNvSpPr/>
          <p:nvPr/>
        </p:nvSpPr>
        <p:spPr>
          <a:xfrm>
            <a:off x="4368338" y="1931165"/>
            <a:ext cx="3743273" cy="592956"/>
          </a:xfrm>
          <a:prstGeom prst="roundRect">
            <a:avLst>
              <a:gd name="adj" fmla="val 2264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3439B-2721-FA59-AB97-700B3F9141DD}"/>
              </a:ext>
            </a:extLst>
          </p:cNvPr>
          <p:cNvSpPr txBox="1"/>
          <p:nvPr/>
        </p:nvSpPr>
        <p:spPr>
          <a:xfrm>
            <a:off x="4617935" y="2065603"/>
            <a:ext cx="34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Employee Name: Ed Sheeran</a:t>
            </a:r>
          </a:p>
        </p:txBody>
      </p:sp>
    </p:spTree>
    <p:extLst>
      <p:ext uri="{BB962C8B-B14F-4D97-AF65-F5344CB8AC3E}">
        <p14:creationId xmlns:p14="http://schemas.microsoft.com/office/powerpoint/2010/main" val="359845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5C667F5-BE4D-DDD3-19BB-15CA2A74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FFD81C4-6189-2F18-191C-52CB8BD01B69}"/>
              </a:ext>
            </a:extLst>
          </p:cNvPr>
          <p:cNvSpPr/>
          <p:nvPr/>
        </p:nvSpPr>
        <p:spPr>
          <a:xfrm>
            <a:off x="4170800" y="1270774"/>
            <a:ext cx="3850397" cy="59295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77BFE-1509-3C97-C747-3C95DD1F902F}"/>
              </a:ext>
            </a:extLst>
          </p:cNvPr>
          <p:cNvSpPr txBox="1"/>
          <p:nvPr/>
        </p:nvSpPr>
        <p:spPr>
          <a:xfrm>
            <a:off x="4388818" y="1416124"/>
            <a:ext cx="36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Employee Attendance System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0AFE7-FB95-4852-09CC-327E32117E88}"/>
              </a:ext>
            </a:extLst>
          </p:cNvPr>
          <p:cNvGrpSpPr/>
          <p:nvPr/>
        </p:nvGrpSpPr>
        <p:grpSpPr>
          <a:xfrm>
            <a:off x="2729881" y="2133699"/>
            <a:ext cx="7001585" cy="2915066"/>
            <a:chOff x="2773694" y="2395847"/>
            <a:chExt cx="7001585" cy="291506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9855AFE-59A6-1781-A612-63378AFE9C4C}"/>
                </a:ext>
              </a:extLst>
            </p:cNvPr>
            <p:cNvSpPr/>
            <p:nvPr/>
          </p:nvSpPr>
          <p:spPr>
            <a:xfrm>
              <a:off x="2773694" y="2395847"/>
              <a:ext cx="7001585" cy="2915066"/>
            </a:xfrm>
            <a:prstGeom prst="roundRect">
              <a:avLst>
                <a:gd name="adj" fmla="val 967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BBA7682-CE17-7F0B-4B1D-FE70B28C1FD4}"/>
                </a:ext>
              </a:extLst>
            </p:cNvPr>
            <p:cNvSpPr/>
            <p:nvPr/>
          </p:nvSpPr>
          <p:spPr>
            <a:xfrm>
              <a:off x="3219052" y="3814404"/>
              <a:ext cx="2351035" cy="452040"/>
            </a:xfrm>
            <a:prstGeom prst="roundRect">
              <a:avLst>
                <a:gd name="adj" fmla="val 23899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Employee ID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5857625-7F92-3C0D-CDA3-5FACCC21F444}"/>
                </a:ext>
              </a:extLst>
            </p:cNvPr>
            <p:cNvSpPr/>
            <p:nvPr/>
          </p:nvSpPr>
          <p:spPr>
            <a:xfrm>
              <a:off x="3917135" y="4361250"/>
              <a:ext cx="1008843" cy="452040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Search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C887AE8-E33C-BA0A-9911-D47B55B25FBF}"/>
                </a:ext>
              </a:extLst>
            </p:cNvPr>
            <p:cNvSpPr/>
            <p:nvPr/>
          </p:nvSpPr>
          <p:spPr>
            <a:xfrm>
              <a:off x="6388437" y="2796590"/>
              <a:ext cx="2792015" cy="452040"/>
            </a:xfrm>
            <a:prstGeom prst="roundRect">
              <a:avLst>
                <a:gd name="adj" fmla="val 23899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PH" sz="16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541CBD-732B-2CF5-83FF-732D09B6BCFE}"/>
                </a:ext>
              </a:extLst>
            </p:cNvPr>
            <p:cNvSpPr txBox="1"/>
            <p:nvPr/>
          </p:nvSpPr>
          <p:spPr>
            <a:xfrm>
              <a:off x="6454042" y="3596451"/>
              <a:ext cx="9110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400" b="1" dirty="0">
                  <a:solidFill>
                    <a:schemeClr val="accent6">
                      <a:lumMod val="50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29673-ED3D-78C0-08CA-8A762DB853A5}"/>
                </a:ext>
              </a:extLst>
            </p:cNvPr>
            <p:cNvSpPr txBox="1"/>
            <p:nvPr/>
          </p:nvSpPr>
          <p:spPr>
            <a:xfrm>
              <a:off x="6497138" y="4406359"/>
              <a:ext cx="9110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400" b="1" dirty="0">
                  <a:solidFill>
                    <a:schemeClr val="accent6">
                      <a:lumMod val="50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PM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64BD98F-1D73-8BDC-BF8B-6591FBDBF3DE}"/>
                </a:ext>
              </a:extLst>
            </p:cNvPr>
            <p:cNvSpPr/>
            <p:nvPr/>
          </p:nvSpPr>
          <p:spPr>
            <a:xfrm>
              <a:off x="7132800" y="3528236"/>
              <a:ext cx="911012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2932A3-2943-8431-B0C2-9E496AE4AD16}"/>
                </a:ext>
              </a:extLst>
            </p:cNvPr>
            <p:cNvSpPr/>
            <p:nvPr/>
          </p:nvSpPr>
          <p:spPr>
            <a:xfrm>
              <a:off x="8194055" y="3528236"/>
              <a:ext cx="911012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ED88ED0-5C70-37D3-BC80-97CA4026021E}"/>
                </a:ext>
              </a:extLst>
            </p:cNvPr>
            <p:cNvSpPr/>
            <p:nvPr/>
          </p:nvSpPr>
          <p:spPr>
            <a:xfrm>
              <a:off x="7132800" y="4328085"/>
              <a:ext cx="911012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CC1B6EE-DBB7-AA15-DFFB-856CF4D816AB}"/>
                </a:ext>
              </a:extLst>
            </p:cNvPr>
            <p:cNvSpPr/>
            <p:nvPr/>
          </p:nvSpPr>
          <p:spPr>
            <a:xfrm>
              <a:off x="8223967" y="4295687"/>
              <a:ext cx="911012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</p:txBody>
        </p:sp>
        <p:pic>
          <p:nvPicPr>
            <p:cNvPr id="22" name="Graphic 21" descr="Male profile with solid fill">
              <a:extLst>
                <a:ext uri="{FF2B5EF4-FFF2-40B4-BE49-F238E27FC236}">
                  <a16:creationId xmlns:a16="http://schemas.microsoft.com/office/drawing/2014/main" id="{571C99D0-C769-E432-22D2-51C9F7E0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03602" y="2712560"/>
              <a:ext cx="1235911" cy="12359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314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5C667F5-BE4D-DDD3-19BB-15CA2A74A1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b="-8470"/>
          <a:stretch/>
        </p:blipFill>
        <p:spPr>
          <a:xfrm>
            <a:off x="0" y="-1"/>
            <a:ext cx="12191999" cy="749259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B9C75AD-ACE1-C184-59C7-5EE03E9FD86C}"/>
              </a:ext>
            </a:extLst>
          </p:cNvPr>
          <p:cNvGrpSpPr/>
          <p:nvPr/>
        </p:nvGrpSpPr>
        <p:grpSpPr>
          <a:xfrm>
            <a:off x="1205169" y="531158"/>
            <a:ext cx="333375" cy="244228"/>
            <a:chOff x="800100" y="98672"/>
            <a:chExt cx="333375" cy="2442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CC960F-FCA3-64A2-026F-80FB88E1B320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342900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E3C4299-F56A-FF5D-02E7-29ED42F90816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225725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1EA27E-E6A7-79D5-7B34-3BD8C1AE03FC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" y="98672"/>
              <a:ext cx="3333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FFD81C4-6189-2F18-191C-52CB8BD01B69}"/>
              </a:ext>
            </a:extLst>
          </p:cNvPr>
          <p:cNvSpPr/>
          <p:nvPr/>
        </p:nvSpPr>
        <p:spPr>
          <a:xfrm>
            <a:off x="4170800" y="1173311"/>
            <a:ext cx="3850397" cy="59295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77BFE-1509-3C97-C747-3C95DD1F902F}"/>
              </a:ext>
            </a:extLst>
          </p:cNvPr>
          <p:cNvSpPr txBox="1"/>
          <p:nvPr/>
        </p:nvSpPr>
        <p:spPr>
          <a:xfrm>
            <a:off x="4388816" y="1234881"/>
            <a:ext cx="36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Employee Attendance System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94BC7A-B073-18F2-0779-C4EDE5DBB814}"/>
              </a:ext>
            </a:extLst>
          </p:cNvPr>
          <p:cNvGrpSpPr/>
          <p:nvPr/>
        </p:nvGrpSpPr>
        <p:grpSpPr>
          <a:xfrm>
            <a:off x="2729878" y="1827837"/>
            <a:ext cx="7001586" cy="4132616"/>
            <a:chOff x="2729879" y="1781487"/>
            <a:chExt cx="7001586" cy="413261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360AFE7-FB95-4852-09CC-327E32117E88}"/>
                </a:ext>
              </a:extLst>
            </p:cNvPr>
            <p:cNvGrpSpPr/>
            <p:nvPr/>
          </p:nvGrpSpPr>
          <p:grpSpPr>
            <a:xfrm>
              <a:off x="2729880" y="1781487"/>
              <a:ext cx="7001585" cy="4132616"/>
              <a:chOff x="2773693" y="2043635"/>
              <a:chExt cx="7001585" cy="4132616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9855AFE-59A6-1781-A612-63378AFE9C4C}"/>
                  </a:ext>
                </a:extLst>
              </p:cNvPr>
              <p:cNvSpPr/>
              <p:nvPr/>
            </p:nvSpPr>
            <p:spPr>
              <a:xfrm>
                <a:off x="2773693" y="2136749"/>
                <a:ext cx="7001585" cy="4039502"/>
              </a:xfrm>
              <a:prstGeom prst="roundRect">
                <a:avLst>
                  <a:gd name="adj" fmla="val 9674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BBA7682-CE17-7F0B-4B1D-FE70B28C1FD4}"/>
                  </a:ext>
                </a:extLst>
              </p:cNvPr>
              <p:cNvSpPr/>
              <p:nvPr/>
            </p:nvSpPr>
            <p:spPr>
              <a:xfrm>
                <a:off x="5098963" y="3193292"/>
                <a:ext cx="2351035" cy="452040"/>
              </a:xfrm>
              <a:prstGeom prst="roundRect">
                <a:avLst>
                  <a:gd name="adj" fmla="val 23899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6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Employee ID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5857625-7F92-3C0D-CDA3-5FACCC21F444}"/>
                  </a:ext>
                </a:extLst>
              </p:cNvPr>
              <p:cNvSpPr/>
              <p:nvPr/>
            </p:nvSpPr>
            <p:spPr>
              <a:xfrm>
                <a:off x="5770060" y="3711494"/>
                <a:ext cx="1008843" cy="452040"/>
              </a:xfrm>
              <a:prstGeom prst="roundRect">
                <a:avLst>
                  <a:gd name="adj" fmla="val 17374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6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Search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C887AE8-E33C-BA0A-9911-D47B55B25FBF}"/>
                  </a:ext>
                </a:extLst>
              </p:cNvPr>
              <p:cNvSpPr/>
              <p:nvPr/>
            </p:nvSpPr>
            <p:spPr>
              <a:xfrm>
                <a:off x="4878476" y="4476430"/>
                <a:ext cx="2792015" cy="452040"/>
              </a:xfrm>
              <a:prstGeom prst="roundRect">
                <a:avLst>
                  <a:gd name="adj" fmla="val 23899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PH" sz="16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64BD98F-1D73-8BDC-BF8B-6591FBDBF3DE}"/>
                  </a:ext>
                </a:extLst>
              </p:cNvPr>
              <p:cNvSpPr/>
              <p:nvPr/>
            </p:nvSpPr>
            <p:spPr>
              <a:xfrm>
                <a:off x="3521618" y="5197140"/>
                <a:ext cx="1270034" cy="572337"/>
              </a:xfrm>
              <a:prstGeom prst="roundRect">
                <a:avLst>
                  <a:gd name="adj" fmla="val 17374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 IN</a:t>
                </a:r>
              </a:p>
            </p:txBody>
          </p:sp>
          <p:pic>
            <p:nvPicPr>
              <p:cNvPr id="22" name="Graphic 21" descr="Male profile with solid fill">
                <a:extLst>
                  <a:ext uri="{FF2B5EF4-FFF2-40B4-BE49-F238E27FC236}">
                    <a16:creationId xmlns:a16="http://schemas.microsoft.com/office/drawing/2014/main" id="{571C99D0-C769-E432-22D2-51C9F7E01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56527" y="2043635"/>
                <a:ext cx="1235911" cy="1235911"/>
              </a:xfrm>
              <a:prstGeom prst="rect">
                <a:avLst/>
              </a:prstGeom>
            </p:spPr>
          </p:pic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B33EDF6-FE84-B38A-8810-90842ADB456A}"/>
                </a:ext>
              </a:extLst>
            </p:cNvPr>
            <p:cNvSpPr/>
            <p:nvPr/>
          </p:nvSpPr>
          <p:spPr>
            <a:xfrm>
              <a:off x="4873813" y="4934992"/>
              <a:ext cx="1270034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 OUT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868DA6C-0081-8659-2EF5-71D4E7A8ED08}"/>
                </a:ext>
              </a:extLst>
            </p:cNvPr>
            <p:cNvSpPr/>
            <p:nvPr/>
          </p:nvSpPr>
          <p:spPr>
            <a:xfrm>
              <a:off x="6269821" y="4937583"/>
              <a:ext cx="1270034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 IN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E6043D5-3E90-D458-DBDF-6239ED0498DB}"/>
                </a:ext>
              </a:extLst>
            </p:cNvPr>
            <p:cNvSpPr/>
            <p:nvPr/>
          </p:nvSpPr>
          <p:spPr>
            <a:xfrm>
              <a:off x="7665829" y="4934992"/>
              <a:ext cx="1270034" cy="572337"/>
            </a:xfrm>
            <a:prstGeom prst="roundRect">
              <a:avLst>
                <a:gd name="adj" fmla="val 1737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PM OUT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8AB178-2AC0-7545-2678-A37CAF808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879" y="4037016"/>
              <a:ext cx="7001585" cy="2428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3934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95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bunso araojo</dc:creator>
  <cp:lastModifiedBy>bunso araojo</cp:lastModifiedBy>
  <cp:revision>4</cp:revision>
  <dcterms:created xsi:type="dcterms:W3CDTF">2023-11-21T08:24:02Z</dcterms:created>
  <dcterms:modified xsi:type="dcterms:W3CDTF">2023-11-24T15:24:04Z</dcterms:modified>
</cp:coreProperties>
</file>